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matic SC"/>
      <p:regular r:id="rId20"/>
      <p:bold r:id="rId21"/>
    </p:embeddedFont>
    <p:embeddedFont>
      <p:font typeface="Source Code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regular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AmaticSC-bold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52d5459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52d5459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52d5459b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52d5459b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52d5459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52d5459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52d5459b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52d5459b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52d5459b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52d5459b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52d5459b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52d5459b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52d5459b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52d5459b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52d5459b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52d5459b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52d5459b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52d5459b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52d5459b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52d5459b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2d5459b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52d5459b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52d5459b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52d5459b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52d5459b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52d5459b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Pillow Library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Sree Ram(22PT01)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844" r="962" t="3025"/>
          <a:stretch/>
        </p:blipFill>
        <p:spPr>
          <a:xfrm>
            <a:off x="560625" y="1760775"/>
            <a:ext cx="738867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and display image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25" y="1217113"/>
            <a:ext cx="46672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650" y="3054800"/>
            <a:ext cx="46482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image from scratch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050" y="1117600"/>
            <a:ext cx="7381875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263" y="271463"/>
            <a:ext cx="7229475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the picture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save it in any format.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 we can use it to convert the type of image.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625" y="1626738"/>
            <a:ext cx="323850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information on the image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925" y="1394725"/>
            <a:ext cx="39243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638" y="3280700"/>
            <a:ext cx="4086225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</a:t>
            </a:r>
            <a:r>
              <a:rPr lang="en"/>
              <a:t> and Crop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Transpose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image.transpose(Image.Transpose.</a:t>
            </a:r>
            <a:r>
              <a:rPr b="1" lang="en"/>
              <a:t>Option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FLIP_LEFT_RIGHT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FLIP_TOP_BOTTOM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ROTATE_90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ROTATE_180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ROTATE_270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TRANSVERSE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Enhancements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Brightness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Sharpness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Filters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BLUR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CONTOUR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DETAIL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EDGE_ENHANCE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EDGE_ENHANCE_MORE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EMBOSS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FIND_EDGES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SHARPEN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SMOOTH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SMOOTH_MORE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317250"/>
            <a:ext cx="8520600" cy="45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BLUR</a:t>
            </a:r>
            <a:r>
              <a:rPr lang="en" sz="2000">
                <a:solidFill>
                  <a:schemeClr val="accent1"/>
                </a:solidFill>
              </a:rPr>
              <a:t> – Softens the image by averaging pixel values in a small area, reducing sharpness and detail.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CONTOUR</a:t>
            </a:r>
            <a:r>
              <a:rPr lang="en" sz="2000">
                <a:solidFill>
                  <a:schemeClr val="accent1"/>
                </a:solidFill>
              </a:rPr>
              <a:t> – Detects edges in the image and highlights them, creating an outline-like effect.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DETAIL</a:t>
            </a:r>
            <a:r>
              <a:rPr lang="en" sz="2000">
                <a:solidFill>
                  <a:schemeClr val="accent1"/>
                </a:solidFill>
              </a:rPr>
              <a:t> – Enhances fine details in the image while preserving overall structure.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EDGE_ENHANCE</a:t>
            </a:r>
            <a:r>
              <a:rPr lang="en" sz="2000">
                <a:solidFill>
                  <a:schemeClr val="accent1"/>
                </a:solidFill>
              </a:rPr>
              <a:t> – Enhances edges in the image, making transitions between colors and shapes more distinct.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EDGE_ENHANCE_MORE</a:t>
            </a:r>
            <a:r>
              <a:rPr lang="en" sz="2000">
                <a:solidFill>
                  <a:schemeClr val="accent1"/>
                </a:solidFill>
              </a:rPr>
              <a:t> – A stronger version of </a:t>
            </a:r>
            <a:r>
              <a:rPr b="1" lang="en" sz="2000">
                <a:solidFill>
                  <a:schemeClr val="accent1"/>
                </a:solidFill>
              </a:rPr>
              <a:t>EDGE_ENHANCE</a:t>
            </a:r>
            <a:r>
              <a:rPr lang="en" sz="2000">
                <a:solidFill>
                  <a:schemeClr val="accent1"/>
                </a:solidFill>
              </a:rPr>
              <a:t>, increasing edge contrast more significantly.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322650"/>
            <a:ext cx="8520600" cy="44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EMBOSS</a:t>
            </a:r>
            <a:r>
              <a:rPr lang="en" sz="2000">
                <a:solidFill>
                  <a:schemeClr val="accent1"/>
                </a:solidFill>
              </a:rPr>
              <a:t> – Highlights edges and gives the image a 3D effect by creating a raised or pressed look.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FIND_EDGES</a:t>
            </a:r>
            <a:r>
              <a:rPr lang="en" sz="2000">
                <a:solidFill>
                  <a:schemeClr val="accent1"/>
                </a:solidFill>
              </a:rPr>
              <a:t> – Detects edges in the image and highlights them, often producing a high-contrast result with white edges on a black background.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SHARPEN</a:t>
            </a:r>
            <a:r>
              <a:rPr lang="en" sz="2000">
                <a:solidFill>
                  <a:schemeClr val="accent1"/>
                </a:solidFill>
              </a:rPr>
              <a:t> – Increases the sharpness of the image by enhancing contrast at edges.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SMOOTH</a:t>
            </a:r>
            <a:r>
              <a:rPr lang="en" sz="2000">
                <a:solidFill>
                  <a:schemeClr val="accent1"/>
                </a:solidFill>
              </a:rPr>
              <a:t> – Softens the image by reducing noise and smoothing out color transitions.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</a:rPr>
              <a:t>SMOOTH_MORE</a:t>
            </a:r>
            <a:r>
              <a:rPr lang="en" sz="2000">
                <a:solidFill>
                  <a:schemeClr val="accent1"/>
                </a:solidFill>
              </a:rPr>
              <a:t> – A stronger version of </a:t>
            </a:r>
            <a:r>
              <a:rPr b="1" lang="en" sz="2000">
                <a:solidFill>
                  <a:schemeClr val="accent1"/>
                </a:solidFill>
              </a:rPr>
              <a:t>SMOOTH</a:t>
            </a:r>
            <a:r>
              <a:rPr lang="en" sz="2000">
                <a:solidFill>
                  <a:schemeClr val="accent1"/>
                </a:solidFill>
              </a:rPr>
              <a:t>, applying more aggressive smoothing.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3048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"RGBA"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img1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'RGBA'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img2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'RGBA'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,(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),(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alpha_composite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img1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img2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